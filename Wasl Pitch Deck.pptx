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B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B1B3D"/>
                </a:solidFill>
                <a:latin typeface="Calibri"/>
              </a:rPr>
              <a:t>Our model of hours to settle a delivery dispute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5B3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B1B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3E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Dispute today</c:v>
                  </c:pt>
                  <c:pt idx="1">
                    <c:v>Dispute with Wasl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B1B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Wasl means a receipt and also a connection. The name carries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 renting is the part most people in the room will not have thought about. Lead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phone is the weak link. That is the sentence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strategic reason this idea is buildable. Say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matters. Checking everyone would be both costly and insulting to good riders.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Location Verification is the star here. It is exactly what the API was built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score is what makes this an agent instead of a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and after. The selfie and the fake GPS are the two lines that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is a model. The regulator line is the one that gets a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rider privacy card is the one an investor or a regulator will ask about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 size fleets are the wedge. They cannot build this and they feel the pain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line and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5B3E7A">
              <a:alpha val="55000"/>
            </a:srgbClr>
          </a:solidFill>
          <a:ln w="12700">
            <a:solidFill>
              <a:srgbClr val="5B3E7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E4572E">
              <a:alpha val="30000"/>
            </a:srgbClr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IGNITE HACKATHON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Wasl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D6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answers two questions for every delivery. Who is really riding, and was the parcel really handed over.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6035040" cy="566928"/>
          </a:xfrm>
          <a:prstGeom prst="roundRect">
            <a:avLst>
              <a:gd name="adj" fmla="val 48387"/>
            </a:avLst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   Industrial and Enterprise AI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GSMA Open Gateway CAMARA APIs and Nokia Network as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does not know who is on the bike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3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are traded openly in courier chat groups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64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724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3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8724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rider phone is the only proof of delivery today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2920" y="1645920"/>
            <a:ext cx="3444240" cy="1417320"/>
          </a:xfrm>
          <a:prstGeom prst="roundRect">
            <a:avLst>
              <a:gd name="adj" fmla="val 774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1520" y="1792224"/>
            <a:ext cx="298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3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51520" y="2432304"/>
            <a:ext cx="298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legal risk for a person it never checked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502152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429000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rider passes his account to someone else for the day. The platform sees an approved worker. The street sees a person nobody checked, often without the right to work.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4160520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087368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proof comes from the rider own phone, and a fake location app costs nothing. A parcel marked as handed over can be sitting anywhere.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818888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745736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rider stops moving after an accident, support has no way to tell a crash from a phone that simply died.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5477256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5404104"/>
            <a:ext cx="1049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dispute ends the same way. One word against another, and the platform pays.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that comes from the network, not the phone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rider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shift start the network confirms the line on that phone. During the shift a SIM or device change is a live handover signal.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467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444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hand over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467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asks the network a yes or no question at the drop point. An app on the phone cannot fake that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895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872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 who went quiet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8952" y="2395728"/>
            <a:ext cx="2932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rider stops answering, the agent checks the line and tells support whether this is a dead phone or something worse.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10972800" cy="1417320"/>
          </a:xfrm>
          <a:prstGeom prst="roundRect">
            <a:avLst>
              <a:gd name="adj" fmla="val 7742"/>
            </a:avLst>
          </a:prstGeom>
          <a:solidFill>
            <a:srgbClr val="2B1B3D"/>
          </a:solidFill>
          <a:ln w="12700">
            <a:solidFill>
              <a:srgbClr val="2B1B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69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for the judges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389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delivery platform believes today comes from software running on the rider own phone. Wasl moves that proof to the network, where the rider cannot edit it.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layer is built only with the tools listed in the official Resource and Tooling Guide.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CONSENT IS EASY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Riders are enrolled workers, not strangers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 joins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already signs a contract and hands over documents. One clear consent line joins that pack.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5468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1363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during shifts only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4107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a signal while the rider is on shift and stops the moment he clocks out.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452628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5079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 gains too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782312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record protects him in a dispute, and the same signal calls help fast after a crash.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202082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consent is the hard part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9672" y="2441448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 need the consent of the line owner. Chasing consent from the public is slow and messy. A courier fleet already has a signed relationship with every person, so the hardest part of Open Gateway is solved on day one.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02336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261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242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daily tracking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19672" y="4681728"/>
            <a:ext cx="4791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build a track of the rider day. We ask a yes or no question at the moment of a delivery, which is what the API was designed for.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decides, step by step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starts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confirms the line on the phone. No code and no photo check are needed.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10896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09067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 for a handover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36499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 or device change in the middle of a shift is the clearest sign the account changed hands.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443484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41655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is marked done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690872"/>
            <a:ext cx="4462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normal rider the agent asks nothing. Trust is earned and checking costs money.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22008" y="176479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smells wrong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2008" y="203911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device, a fast run of drops or a customer complaint. Now the agent buys one location answer.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10896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2008" y="309067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 goes quiet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22008" y="336499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checks the line. A reachable but still rider is treated very differently from a dead one.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22008" y="441655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dispute opens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22008" y="4690872"/>
            <a:ext cx="4645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books stable video so support can see the door, the parcel and the street at once.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3492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checks the riders it has a reason to check. A good rider costs the platform almost nothing.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 ON NOKIA NETWORK AS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network signals across one shift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Verification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line on the phone at shift start, with no code to type.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757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7360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0337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Swap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7360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number moving to a new SIM, which points at an account handover.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4078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681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658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Swap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681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number moving to a new phone in the middle of a shift.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63990" y="1737360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002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9790" y="1956816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Verification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320022" y="2395728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yes or no question at the drop point. The phone cannot fake this answer.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3959352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Retrieval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039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support a last known area when a rider stops answering mid-shift.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1757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73602" y="3959352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0337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Reachability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67360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 dead phone from a rider who is reachable but not moving.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4078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6812" y="3959352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658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on Demand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9681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stable video for a dispute call or right after a road accident.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63990" y="3721608"/>
            <a:ext cx="2503170" cy="1691640"/>
          </a:xfrm>
          <a:prstGeom prst="roundRect">
            <a:avLst>
              <a:gd name="adj" fmla="val 5405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0022" y="3959352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49790" y="3941064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Insights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320022" y="4379976"/>
            <a:ext cx="1991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dispatch when an area is jammed, before promise times start to break.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9436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are wired in the working prototype. 8 scenarios, all reaching the outcome they claim, at 78.3% less than calling every check.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in the platform, one trusted answer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platform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952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shift start and delivery events from the system it already runs.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04388" y="2647188"/>
            <a:ext cx="274320" cy="237744"/>
          </a:xfrm>
          <a:prstGeom prst="rightArrow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3572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6452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 agent core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98164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rider trust, plans each check, writes proof and opens incident cases.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2647188"/>
            <a:ext cx="274320" cy="237744"/>
          </a:xfrm>
          <a:prstGeom prst="rightArrow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Network as Code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37376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quotas, consent tokens and the simulator numbers for the demo.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82812" y="2647188"/>
            <a:ext cx="274320" cy="237744"/>
          </a:xfrm>
          <a:prstGeom prst="rightArrow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11996" y="1783080"/>
            <a:ext cx="2455164" cy="1965960"/>
          </a:xfrm>
          <a:prstGeom prst="roundRect">
            <a:avLst>
              <a:gd name="adj" fmla="val 4651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4876" y="1984248"/>
            <a:ext cx="2089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APIs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76588" y="2532888"/>
            <a:ext cx="21259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SIM, device, location, geofencing, reachability and quality.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430682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 score per rider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039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rises with clean shifts and falls with odd events, so checks land where they are needed.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5864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4672" y="430682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444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holds up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1467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delivery keeps a network backed record, which settles a dispute in seconds instead of days.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22920" y="4069080"/>
            <a:ext cx="3444240" cy="1463040"/>
          </a:xfrm>
          <a:prstGeom prst="roundRect">
            <a:avLst>
              <a:gd name="adj" fmla="val 6250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78952" y="430682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08720" y="428853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demo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78952" y="4727448"/>
            <a:ext cx="2932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numbers play a full account handover and a fake delivery with no real SIM cards.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trusting the app on the rider phone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5F4F7"/>
          </a:solidFill>
          <a:ln w="12700">
            <a:solidFill>
              <a:srgbClr val="F5F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checks today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587752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2514600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selfie at shift start, which a photo can beat.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300984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227832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from the rider phone, which a free app can beat.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014216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3941064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checks for a five year rider and a new 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727448"/>
            <a:ext cx="201168" cy="20116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654296"/>
            <a:ext cx="42793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crash, support waits and hopes he calls back.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2B1B3D"/>
          </a:solidFill>
          <a:ln w="12700">
            <a:solidFill>
              <a:srgbClr val="2B1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checks with Wasl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0" y="2587752"/>
            <a:ext cx="182880" cy="1828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514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itself is the proof and it lives in the network.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3300984"/>
            <a:ext cx="182880" cy="1828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32278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handover shows up the moment the SIM or phone changes.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0" y="4014216"/>
            <a:ext cx="182880" cy="1828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94106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riders are left alone, which they can feel.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727448"/>
            <a:ext cx="182880" cy="1828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465429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rider is checked in seconds, not after an hour.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Cleaner fleets, faster disputes, safer riders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830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05472" y="202082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20025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riders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05472" y="24414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record they can point at, and help that arrives fast after a crash.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31546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05472" y="339242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3374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platforms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205472" y="38130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refunds, fewer unchecked people on the street and a real answer for the regulator.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49440" y="4526280"/>
            <a:ext cx="4617720" cy="1188720"/>
          </a:xfrm>
          <a:prstGeom prst="roundRect">
            <a:avLst>
              <a:gd name="adj" fmla="val 769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05472" y="476402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47457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region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205472" y="5184648"/>
            <a:ext cx="4105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fits parcel firms, home service crews, security guards and field engineers.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9436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own model, not measured data. We show the assumptions behind it in the demo.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hard questions, answered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5740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feel watched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377440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design says no. No daily track, checks only during a shift, and the rider sees every check made on him. It also protects him in a dispute, which he will notice.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0780" y="1874520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6812" y="205740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is not exact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6812" y="2377440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location is not metres, so we never use it alone to punish anyone. It is one signal beside device, timing and customer reports, and a person decides.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547872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7307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on a foreign SIM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" y="4050792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this workforce and a real limit. The fleet gives a local line as part of the kit, the same way it gives a bag and a helmet.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547872"/>
            <a:ext cx="5326380" cy="1417320"/>
          </a:xfrm>
          <a:prstGeom prst="roundRect">
            <a:avLst>
              <a:gd name="adj" fmla="val 645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6812" y="37307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platform builds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6812" y="4050792"/>
            <a:ext cx="4814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can, but they will not build it for the mid size fleets and courier firms that make up most of the market. That is where we start.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3C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monthly price per active rider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platforms, courier firms and logistics fleets pay per active rider each month. One stopped fraud pays for many riders.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467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444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share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467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earn from every API call and can sell Wasl with the fleet SIM plan they already provide.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2920" y="1737360"/>
            <a:ext cx="3444240" cy="1920240"/>
          </a:xfrm>
          <a:prstGeom prst="roundRect">
            <a:avLst>
              <a:gd name="adj" fmla="val 4762"/>
            </a:avLst>
          </a:prstGeom>
          <a:solidFill>
            <a:srgbClr val="F2EEF6"/>
          </a:solidFill>
          <a:ln w="12700">
            <a:solidFill>
              <a:srgbClr val="F2EE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78952" y="1975104"/>
            <a:ext cx="310896" cy="31089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8720" y="1956816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markets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8952" y="2395728"/>
            <a:ext cx="2932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service crews, security guards, field engineers and cash in transit teams have the same problem.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3977640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959352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of the prototype phase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233672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start check, handover detection and the delivery proof call on Nokia simulator numbers.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4690872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72584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946904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score, the quiet rider case, geofencing per rider and the dispute video booking.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" y="5404104"/>
            <a:ext cx="457200" cy="457200"/>
          </a:xfrm>
          <a:prstGeom prst="ellipse">
            <a:avLst/>
          </a:prstGeom>
          <a:solidFill>
            <a:srgbClr val="5B3E7A"/>
          </a:solidFill>
          <a:ln w="12700">
            <a:solidFill>
              <a:srgbClr val="5B3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385816"/>
            <a:ext cx="10314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hackathon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660136"/>
            <a:ext cx="10314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33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paid pilot with a mid size Turkish courier firm, then one Gulf delivery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023360" cy="4023360"/>
          </a:xfrm>
          <a:prstGeom prst="ellipse">
            <a:avLst/>
          </a:prstGeom>
          <a:solidFill>
            <a:srgbClr val="5B3E7A">
              <a:alpha val="50000"/>
            </a:srgbClr>
          </a:solidFill>
          <a:ln w="12700">
            <a:solidFill>
              <a:srgbClr val="5B3E7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run a fleet on proof the rider can edit.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checks who is riding and whether the parcel really arrived, using signals from the network itself.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Wasl</dc:title>
  <dc:subject>PptxGenJS Presentation</dc:subject>
  <dc:creator>Mert Gungor</dc:creator>
  <cp:lastModifiedBy>Mert Gungor</cp:lastModifiedBy>
  <cp:revision>1</cp:revision>
  <dcterms:created xsi:type="dcterms:W3CDTF">2026-08-23T14:36:57Z</dcterms:created>
  <dcterms:modified xsi:type="dcterms:W3CDTF">2026-08-23T14:36:57Z</dcterms:modified>
</cp:coreProperties>
</file>